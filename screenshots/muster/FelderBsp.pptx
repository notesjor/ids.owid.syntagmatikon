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1" y="16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45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767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077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0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96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29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325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91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27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96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1180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031BE-6D8F-453F-B6AD-136719549102}" type="datetimeFigureOut">
              <a:rPr lang="de-DE" smtClean="0"/>
              <a:t>08.03.2024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17D3E-7A3D-4863-8E1D-45B2AB6AE32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771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0EBAED5-CEA6-B7EE-56B5-AA9A789B5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87" y="1440131"/>
            <a:ext cx="11061178" cy="867939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579187" y="467041"/>
            <a:ext cx="6266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 smtClean="0"/>
              <a:t>PREPCON </a:t>
            </a:r>
            <a:r>
              <a:rPr lang="de-DE" sz="2800" b="1" baseline="30000" dirty="0" smtClean="0"/>
              <a:t>temporal</a:t>
            </a:r>
            <a:r>
              <a:rPr lang="de-DE" sz="2800" b="1" dirty="0" smtClean="0"/>
              <a:t>: Artikel: </a:t>
            </a:r>
            <a:r>
              <a:rPr lang="de-DE" sz="2800" b="1" i="1" dirty="0" smtClean="0"/>
              <a:t>ohne Unterlass </a:t>
            </a:r>
            <a:endParaRPr lang="de-DE" sz="2800" b="1" i="1" dirty="0"/>
          </a:p>
        </p:txBody>
      </p:sp>
      <p:pic>
        <p:nvPicPr>
          <p:cNvPr id="6" name="Grafik 5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70A6BE31-9C23-9B32-E0B2-B42D92F3B7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63" y="3106559"/>
            <a:ext cx="4637912" cy="2859113"/>
          </a:xfrm>
          <a:prstGeom prst="rect">
            <a:avLst/>
          </a:prstGeom>
        </p:spPr>
      </p:pic>
      <p:pic>
        <p:nvPicPr>
          <p:cNvPr id="7" name="Grafik 6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4FAA99B7-5DEE-1C0E-8989-FA5686EB66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180" y="4567897"/>
            <a:ext cx="5042623" cy="1397775"/>
          </a:xfrm>
          <a:prstGeom prst="rect">
            <a:avLst/>
          </a:prstGeom>
        </p:spPr>
      </p:pic>
      <p:cxnSp>
        <p:nvCxnSpPr>
          <p:cNvPr id="9" name="Gerade Verbindung mit Pfeil 8"/>
          <p:cNvCxnSpPr>
            <a:endCxn id="6" idx="0"/>
          </p:cNvCxnSpPr>
          <p:nvPr/>
        </p:nvCxnSpPr>
        <p:spPr>
          <a:xfrm flipH="1">
            <a:off x="3081719" y="2171700"/>
            <a:ext cx="775906" cy="934859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93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92666" y="525226"/>
            <a:ext cx="8933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 smtClean="0"/>
              <a:t>PREPCON </a:t>
            </a:r>
            <a:r>
              <a:rPr lang="de-DE" sz="2800" b="1" baseline="30000" dirty="0" smtClean="0"/>
              <a:t>kontrastiv</a:t>
            </a:r>
            <a:r>
              <a:rPr lang="de-DE" sz="2800" b="1" dirty="0" smtClean="0"/>
              <a:t> Gebrauchsaspekte:  Artikel </a:t>
            </a:r>
            <a:r>
              <a:rPr lang="de-DE" sz="2800" b="1" i="1" dirty="0" smtClean="0"/>
              <a:t>nach Belieben</a:t>
            </a:r>
            <a:endParaRPr lang="de-DE" sz="2800" b="1" i="1" baseline="30000" dirty="0"/>
          </a:p>
        </p:txBody>
      </p:sp>
      <p:pic>
        <p:nvPicPr>
          <p:cNvPr id="5" name="Grafik 4" descr="Ein Bild, das Text, Schrift, Screenshot, Design enthält.&#10;&#10;Automatisch generierte Beschreibung">
            <a:extLst>
              <a:ext uri="{FF2B5EF4-FFF2-40B4-BE49-F238E27FC236}">
                <a16:creationId xmlns:a16="http://schemas.microsoft.com/office/drawing/2014/main" id="{C236FAFB-E144-CBCD-D1F3-726D2B487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66" y="1798352"/>
            <a:ext cx="6462704" cy="3183551"/>
          </a:xfrm>
          <a:prstGeom prst="rect">
            <a:avLst/>
          </a:prstGeom>
        </p:spPr>
      </p:pic>
      <p:pic>
        <p:nvPicPr>
          <p:cNvPr id="6" name="Grafik 5" descr="Ein Bild, das Text, Schrift, Screenshot, Design enthält.&#10;&#10;Automatisch generierte Beschreibung">
            <a:extLst>
              <a:ext uri="{FF2B5EF4-FFF2-40B4-BE49-F238E27FC236}">
                <a16:creationId xmlns:a16="http://schemas.microsoft.com/office/drawing/2014/main" id="{966C7545-17D7-396A-2847-455C0F4E9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642" y="2134000"/>
            <a:ext cx="4928576" cy="284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475580" y="551583"/>
            <a:ext cx="51102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800" b="1" dirty="0" smtClean="0"/>
              <a:t>MAP: PRÄDIKATE Artikel FURCHT</a:t>
            </a:r>
            <a:endParaRPr lang="de-DE" sz="2800" dirty="0"/>
          </a:p>
        </p:txBody>
      </p:sp>
      <p:pic>
        <p:nvPicPr>
          <p:cNvPr id="3" name="Grafik 2" descr="Ein Bild, das Text, Schrift, Screenshot enthält.&#10;&#10;Automatisch generierte Beschreibung">
            <a:extLst>
              <a:ext uri="{FF2B5EF4-FFF2-40B4-BE49-F238E27FC236}">
                <a16:creationId xmlns:a16="http://schemas.microsoft.com/office/drawing/2014/main" id="{73CB9E36-09C7-9D33-B8F4-177F5755B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9" y="1653474"/>
            <a:ext cx="10781548" cy="370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2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412006" y="539209"/>
            <a:ext cx="92869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800" b="1" dirty="0" smtClean="0"/>
              <a:t>OWID-Sprichwörterbuch: </a:t>
            </a:r>
          </a:p>
          <a:p>
            <a:r>
              <a:rPr lang="de-DE" sz="2800" b="1" i="1" dirty="0" smtClean="0"/>
              <a:t>Man soll das Fell des Bären nicht zerteilen, bevor er erlegt ist</a:t>
            </a:r>
            <a:endParaRPr lang="de-DE" sz="2800" b="1" i="1" dirty="0"/>
          </a:p>
        </p:txBody>
      </p:sp>
      <p:pic>
        <p:nvPicPr>
          <p:cNvPr id="3" name="Grafik 2" descr="Ein Bild, das Text, Screenshot, Schrift, Reihe enthält.&#10;&#10;Automatisch generierte Beschreibung">
            <a:extLst>
              <a:ext uri="{FF2B5EF4-FFF2-40B4-BE49-F238E27FC236}">
                <a16:creationId xmlns:a16="http://schemas.microsoft.com/office/drawing/2014/main" id="{07299513-53B9-8150-1D80-AC084BE3B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62" y="2388234"/>
            <a:ext cx="11815552" cy="296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7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Breitbild</PresentationFormat>
  <Paragraphs>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>Leibniz-Institut für Deutsche Sprache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Brunner</dc:creator>
  <cp:lastModifiedBy>Brunner</cp:lastModifiedBy>
  <cp:revision>2</cp:revision>
  <dcterms:created xsi:type="dcterms:W3CDTF">2024-03-08T13:01:55Z</dcterms:created>
  <dcterms:modified xsi:type="dcterms:W3CDTF">2024-03-08T13:07:22Z</dcterms:modified>
</cp:coreProperties>
</file>